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handoutMasterIdLst>
    <p:handoutMasterId r:id="rId10"/>
  </p:handoutMasterIdLst>
  <p:sldIdLst>
    <p:sldId id="289" r:id="rId5"/>
    <p:sldId id="340" r:id="rId6"/>
    <p:sldId id="329" r:id="rId7"/>
    <p:sldId id="33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93D41D-B3B3-42B1-8732-330F934150E8}" v="2" dt="2025-11-17T13:41:09.9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806"/>
    <p:restoredTop sz="94638"/>
  </p:normalViewPr>
  <p:slideViewPr>
    <p:cSldViewPr snapToGrid="0">
      <p:cViewPr varScale="1">
        <p:scale>
          <a:sx n="65" d="100"/>
          <a:sy n="65" d="100"/>
        </p:scale>
        <p:origin x="80" y="124"/>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12/12/2025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12/12/2025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17/11/2025</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dirty="0"/>
              <a:t>Group Name: A126                                              Name of Student Presenting: Mahitha </a:t>
            </a:r>
            <a:r>
              <a:rPr lang="en-US" sz="2000" dirty="0" err="1"/>
              <a:t>Dabbara</a:t>
            </a:r>
            <a:endParaRPr lang="en-US" sz="2000" dirty="0"/>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53999" y="274320"/>
            <a:ext cx="10455567" cy="736245"/>
          </a:xfrm>
        </p:spPr>
        <p:txBody>
          <a:bodyPr/>
          <a:lstStyle/>
          <a:p>
            <a:r>
              <a:rPr lang="en-GB" dirty="0"/>
              <a:t>7COM1079-2025  Student Group No: A126               Names of Student Attendees : Mahitha </a:t>
            </a:r>
            <a:r>
              <a:rPr lang="en-GB" dirty="0" err="1"/>
              <a:t>Dabbara</a:t>
            </a:r>
            <a:endParaRPr lang="en-GB" dirty="0"/>
          </a:p>
          <a:p>
            <a:r>
              <a:rPr lang="en-GB" dirty="0"/>
              <a:t>                                                                                                                                      Saikiran Akavarapu</a:t>
            </a:r>
          </a:p>
          <a:p>
            <a:r>
              <a:rPr lang="en-GB" dirty="0"/>
              <a:t>                                                                                                                                      SHAIK HASHMATUNNISA</a:t>
            </a:r>
          </a:p>
          <a:p>
            <a:r>
              <a:rPr lang="en-GB" dirty="0"/>
              <a:t>                                                                                                                                       </a:t>
            </a:r>
          </a:p>
          <a:p>
            <a:r>
              <a:rPr lang="en-GB" dirty="0"/>
              <a:t>                                     </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dirty="0">
                <a:solidFill>
                  <a:srgbClr val="203232"/>
                </a:solidFill>
                <a:cs typeface="Arial"/>
              </a:rPr>
              <a:t>Here is a sample of our dataset: </a:t>
            </a:r>
            <a:endParaRPr lang="en-GB" sz="1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A126</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extBox 4">
            <a:extLst>
              <a:ext uri="{FF2B5EF4-FFF2-40B4-BE49-F238E27FC236}">
                <a16:creationId xmlns:a16="http://schemas.microsoft.com/office/drawing/2014/main" id="{3F2AF3DC-B674-9195-D4F7-6AB3118D5023}"/>
              </a:ext>
            </a:extLst>
          </p:cNvPr>
          <p:cNvSpPr txBox="1"/>
          <p:nvPr/>
        </p:nvSpPr>
        <p:spPr>
          <a:xfrm>
            <a:off x="873691" y="1502688"/>
            <a:ext cx="11093566" cy="5078313"/>
          </a:xfrm>
          <a:prstGeom prst="rect">
            <a:avLst/>
          </a:prstGeom>
          <a:noFill/>
        </p:spPr>
        <p:txBody>
          <a:bodyPr wrap="square" rtlCol="0">
            <a:spAutoFit/>
          </a:bodyPr>
          <a:lstStyle/>
          <a:p>
            <a:pPr marL="342900" indent="-342900">
              <a:buFont typeface="+mj-lt"/>
              <a:buAutoNum type="arabicPeriod"/>
            </a:pPr>
            <a:r>
              <a:rPr lang="en-US" dirty="0"/>
              <a:t>For my research question, I selected two variables from the dataset:</a:t>
            </a:r>
            <a:br>
              <a:rPr lang="en-US" dirty="0"/>
            </a:br>
            <a:r>
              <a:rPr lang="en-US" b="1" dirty="0"/>
              <a:t>Users and Purchasing</a:t>
            </a:r>
            <a:r>
              <a:rPr lang="en-US" dirty="0"/>
              <a:t>. These were extracted in RStudio using the select</a:t>
            </a:r>
            <a:r>
              <a:rPr lang="en-US" dirty="0">
                <a:solidFill>
                  <a:srgbClr val="FF0000"/>
                </a:solidFill>
              </a:rPr>
              <a:t> social_network_ads_V002&lt;-social_network_ads_V002 [c(1,5)] </a:t>
            </a:r>
            <a:r>
              <a:rPr lang="en-US" dirty="0"/>
              <a:t>function.</a:t>
            </a:r>
          </a:p>
          <a:p>
            <a:pPr marL="342900" indent="-342900">
              <a:buFont typeface="+mj-lt"/>
              <a:buAutoNum type="arabicPeriod"/>
            </a:pPr>
            <a:r>
              <a:rPr lang="en-US" dirty="0"/>
              <a:t>The dataset contains 400 rows.</a:t>
            </a:r>
          </a:p>
          <a:p>
            <a:pPr marL="342900" indent="-342900">
              <a:buFont typeface="+mj-lt"/>
              <a:buAutoNum type="arabicPeriod"/>
            </a:pPr>
            <a:r>
              <a:rPr lang="en-US" dirty="0"/>
              <a:t>The first 5 rows of the selected  variables are shown </a:t>
            </a:r>
            <a:r>
              <a:rPr lang="en-US" dirty="0" err="1"/>
              <a:t>below,displaying</a:t>
            </a:r>
            <a:r>
              <a:rPr lang="en-US" dirty="0"/>
              <a:t> the Users age and Purchasing and salary</a:t>
            </a:r>
          </a:p>
          <a:p>
            <a:r>
              <a:rPr lang="en-US" dirty="0"/>
              <a:t>                                                                                                     </a:t>
            </a:r>
            <a:r>
              <a:rPr lang="en-US" dirty="0" err="1"/>
              <a:t>UserID</a:t>
            </a:r>
            <a:r>
              <a:rPr lang="en-US" dirty="0"/>
              <a:t> Gender Age Salary Purchased</a:t>
            </a:r>
          </a:p>
          <a:p>
            <a:pPr marL="342900" indent="-342900">
              <a:buFont typeface="+mj-lt"/>
              <a:buAutoNum type="arabicPeriod"/>
            </a:pPr>
            <a:endParaRPr lang="en-US" dirty="0"/>
          </a:p>
          <a:p>
            <a:r>
              <a:rPr lang="en-US" dirty="0"/>
              <a:t>                                                                                             1 15624510   Male  19    19000         0</a:t>
            </a:r>
          </a:p>
          <a:p>
            <a:pPr marL="342900" indent="-342900">
              <a:buFont typeface="+mj-lt"/>
              <a:buAutoNum type="arabicPeriod"/>
            </a:pPr>
            <a:endParaRPr lang="en-US" dirty="0"/>
          </a:p>
          <a:p>
            <a:r>
              <a:rPr lang="en-US" dirty="0"/>
              <a:t>                                                                                              2 15810944   Male  35    20000        0</a:t>
            </a:r>
          </a:p>
          <a:p>
            <a:pPr marL="342900" indent="-342900">
              <a:buFont typeface="+mj-lt"/>
              <a:buAutoNum type="arabicPeriod"/>
            </a:pPr>
            <a:endParaRPr lang="en-US" dirty="0"/>
          </a:p>
          <a:p>
            <a:r>
              <a:rPr lang="en-US" dirty="0"/>
              <a:t>                                                                                              3 15668575 Female 26   43000        0</a:t>
            </a:r>
          </a:p>
          <a:p>
            <a:pPr marL="342900" indent="-342900">
              <a:buFont typeface="+mj-lt"/>
              <a:buAutoNum type="arabicPeriod"/>
            </a:pPr>
            <a:endParaRPr lang="en-US" dirty="0"/>
          </a:p>
          <a:p>
            <a:r>
              <a:rPr lang="en-US" dirty="0"/>
              <a:t>                                                                                              4 15603246 Female  27   57000        0</a:t>
            </a:r>
          </a:p>
          <a:p>
            <a:pPr marL="342900" indent="-342900">
              <a:buFont typeface="+mj-lt"/>
              <a:buAutoNum type="arabicPeriod"/>
            </a:pPr>
            <a:endParaRPr lang="en-US" dirty="0"/>
          </a:p>
          <a:p>
            <a:r>
              <a:rPr lang="en-US" dirty="0"/>
              <a:t>                                                                                               5 15804002   Male  19    76000         0</a:t>
            </a:r>
          </a:p>
          <a:p>
            <a:pPr marL="342900" indent="-342900">
              <a:buFont typeface="+mj-lt"/>
              <a:buAutoNum type="arabicPeriod"/>
            </a:pPr>
            <a:endParaRPr lang="en-US" dirty="0"/>
          </a:p>
        </p:txBody>
      </p:sp>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sz="1600" dirty="0">
                <a:solidFill>
                  <a:schemeClr val="tx2">
                    <a:lumMod val="75000"/>
                    <a:lumOff val="25000"/>
                  </a:schemeClr>
                </a:solidFill>
              </a:rPr>
              <a:t>:   </a:t>
            </a:r>
            <a:r>
              <a:rPr lang="en-US" sz="2400" dirty="0">
                <a:solidFill>
                  <a:schemeClr val="tx2">
                    <a:lumMod val="75000"/>
                    <a:lumOff val="25000"/>
                  </a:schemeClr>
                </a:solidFill>
              </a:rPr>
              <a:t>ds105 </a:t>
            </a:r>
            <a:r>
              <a:rPr lang="en-US" sz="2400" dirty="0" err="1">
                <a:solidFill>
                  <a:schemeClr val="tx2">
                    <a:lumMod val="75000"/>
                    <a:lumOff val="25000"/>
                  </a:schemeClr>
                </a:solidFill>
              </a:rPr>
              <a:t>Social_Network_Ads</a:t>
            </a:r>
            <a:endParaRPr lang="en-US" sz="2400" dirty="0">
              <a:solidFill>
                <a:schemeClr val="tx2">
                  <a:lumMod val="75000"/>
                  <a:lumOff val="25000"/>
                </a:schemeClr>
              </a:solidFill>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1"/>
            <a:ext cx="9181602" cy="310191"/>
          </a:xfrm>
        </p:spPr>
        <p:txBody>
          <a:bodyPr/>
          <a:lstStyle/>
          <a:p>
            <a:r>
              <a:rPr lang="en-GB" dirty="0"/>
              <a:t>7COM1079-2025  Student Group No:    A126                Names of Student Group Attendees: Mahitha </a:t>
            </a:r>
            <a:r>
              <a:rPr lang="en-GB" dirty="0" err="1"/>
              <a:t>Dabbara</a:t>
            </a:r>
            <a:endParaRPr lang="en-GB" dirty="0"/>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383458" y="1698305"/>
            <a:ext cx="11556775" cy="2699181"/>
          </a:xfrm>
        </p:spPr>
        <p:txBody>
          <a:bodyPr>
            <a:noAutofit/>
          </a:bodyPr>
          <a:lstStyle/>
          <a:p>
            <a:pPr>
              <a:lnSpc>
                <a:spcPct val="100000"/>
              </a:lnSpc>
            </a:pPr>
            <a:r>
              <a:rPr lang="en-US" sz="2400" b="0" dirty="0"/>
              <a:t>Dataset ID: ds105 </a:t>
            </a:r>
            <a:r>
              <a:rPr lang="en-US" sz="2400" b="0" dirty="0" err="1"/>
              <a:t>Social_Network_Ads</a:t>
            </a:r>
            <a:br>
              <a:rPr lang="en-US" sz="2400" b="0" dirty="0"/>
            </a:br>
            <a:br>
              <a:rPr lang="en-US" sz="2400" b="0" dirty="0"/>
            </a:br>
            <a:r>
              <a:rPr lang="en-US" sz="2400" b="0" dirty="0"/>
              <a:t>Why this dataset is interesting: This dataset is interesting to us because it shows how user demographics (age, gender, salary) affect purchasing decisions in social network advertising contexts.</a:t>
            </a:r>
            <a:br>
              <a:rPr lang="en-US" sz="2400" b="0" dirty="0"/>
            </a:br>
            <a:r>
              <a:rPr lang="en-US" sz="2400" b="0" dirty="0"/>
              <a:t>Our Independent variables:</a:t>
            </a:r>
            <a:br>
              <a:rPr lang="en-US" sz="2400" b="0" dirty="0"/>
            </a:br>
            <a:r>
              <a:rPr lang="en-US" sz="2400" b="0" dirty="0"/>
              <a:t>Age (Continuous/Interval)</a:t>
            </a:r>
            <a:br>
              <a:rPr lang="en-US" sz="2400" b="0" dirty="0"/>
            </a:br>
            <a:r>
              <a:rPr lang="en-US" sz="2400" b="0" dirty="0"/>
              <a:t>Estimated Salary (Continuous/Interval)</a:t>
            </a:r>
            <a:br>
              <a:rPr lang="en-US" sz="2400" b="0" dirty="0"/>
            </a:br>
            <a:r>
              <a:rPr lang="en-US" sz="2400" b="0" dirty="0"/>
              <a:t>Gender (Categorical/Nominal)</a:t>
            </a:r>
            <a:br>
              <a:rPr lang="en-US" sz="2400" b="0" dirty="0"/>
            </a:br>
            <a:r>
              <a:rPr lang="en-US" sz="2400" b="0" dirty="0"/>
              <a:t>Our Dependent variable: Purchased</a:t>
            </a:r>
            <a:br>
              <a:rPr lang="en-US" sz="2400" b="0" dirty="0"/>
            </a:br>
            <a:r>
              <a:rPr lang="en-US" sz="2400" b="0" dirty="0"/>
              <a:t>This Dependent variable datatype is: Nominal (0 = No, 1 = Yes)</a:t>
            </a:r>
            <a:endParaRPr lang="en-US" sz="2400" b="0" dirty="0">
              <a:solidFill>
                <a:schemeClr val="tx2">
                  <a:lumMod val="75000"/>
                  <a:lumOff val="25000"/>
                </a:schemeClr>
              </a:solidFill>
              <a:latin typeface="Calibri"/>
              <a:cs typeface="Calibri"/>
            </a:endParaRP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651666"/>
          </a:xfrm>
        </p:spPr>
        <p:txBody>
          <a:bodyPr/>
          <a:lstStyle/>
          <a:p>
            <a:pPr>
              <a:spcAft>
                <a:spcPts val="0"/>
              </a:spcAft>
            </a:pPr>
            <a:r>
              <a:rPr lang="en-GB" dirty="0"/>
              <a:t>Our Research Question is </a:t>
            </a:r>
            <a:r>
              <a:rPr lang="en-GB" sz="2000" dirty="0"/>
              <a:t>:</a:t>
            </a:r>
            <a:endParaRPr lang="en-GB" sz="1800" dirty="0">
              <a:solidFill>
                <a:srgbClr val="FF0000"/>
              </a:solidFill>
            </a:endParaRPr>
          </a:p>
          <a:p>
            <a:pPr>
              <a:spcAft>
                <a:spcPts val="0"/>
              </a:spcAft>
            </a:pPr>
            <a:endParaRPr lang="en-GB" sz="2800" dirty="0"/>
          </a:p>
          <a:p>
            <a:pPr>
              <a:spcAft>
                <a:spcPts val="0"/>
              </a:spcAft>
            </a:pPr>
            <a:endParaRPr lang="en-GB" sz="2800" dirty="0"/>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A126</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226143" y="1925089"/>
            <a:ext cx="11340412" cy="2410938"/>
          </a:xfrm>
        </p:spPr>
        <p:txBody>
          <a:bodyPr>
            <a:noAutofit/>
          </a:bodyPr>
          <a:lstStyle/>
          <a:p>
            <a:pPr>
              <a:lnSpc>
                <a:spcPct val="100000"/>
              </a:lnSpc>
            </a:pPr>
            <a:r>
              <a:rPr lang="en-US" sz="2400" b="0" dirty="0">
                <a:latin typeface="Calibri"/>
                <a:ea typeface="Calibri" panose="020F0502020204030204" pitchFamily="34" charset="0"/>
                <a:cs typeface="Times New Roman"/>
              </a:rPr>
              <a:t>Can we accurately predict a user's purchase intention (binary outcome: Purchase/No Purchase) based on their demographic attributes (Age, Gender, and Estimated Salary) using Logistic Regression?</a:t>
            </a:r>
            <a:br>
              <a:rPr lang="en-US" sz="2400" b="0" dirty="0">
                <a:latin typeface="Calibri"/>
                <a:ea typeface="Calibri" panose="020F0502020204030204" pitchFamily="34" charset="0"/>
                <a:cs typeface="Times New Roman"/>
              </a:rPr>
            </a:br>
            <a:r>
              <a:rPr lang="en-US" sz="2400" b="0" dirty="0">
                <a:latin typeface="Calibri"/>
                <a:ea typeface="Calibri" panose="020F0502020204030204" pitchFamily="34" charset="0"/>
                <a:cs typeface="Times New Roman"/>
              </a:rPr>
              <a:t>Null Hypothesis (H₀):</a:t>
            </a:r>
            <a:br>
              <a:rPr lang="en-US" sz="2400" b="0" dirty="0">
                <a:latin typeface="Calibri"/>
                <a:ea typeface="Calibri" panose="020F0502020204030204" pitchFamily="34" charset="0"/>
                <a:cs typeface="Times New Roman"/>
              </a:rPr>
            </a:br>
            <a:r>
              <a:rPr lang="en-US" sz="2400" b="0" dirty="0">
                <a:latin typeface="Calibri"/>
                <a:ea typeface="Calibri" panose="020F0502020204030204" pitchFamily="34" charset="0"/>
                <a:cs typeface="Times New Roman"/>
              </a:rPr>
              <a:t>The demographic variables (Age, Gender, and Estimated Salary) do not significantly predict purchase intention.</a:t>
            </a:r>
            <a:br>
              <a:rPr lang="en-US" sz="2400" b="0" dirty="0">
                <a:latin typeface="Calibri"/>
                <a:ea typeface="Calibri" panose="020F0502020204030204" pitchFamily="34" charset="0"/>
                <a:cs typeface="Times New Roman"/>
              </a:rPr>
            </a:br>
            <a:r>
              <a:rPr lang="en-US" sz="2400" b="0" dirty="0">
                <a:latin typeface="Calibri"/>
                <a:ea typeface="Calibri" panose="020F0502020204030204" pitchFamily="34" charset="0"/>
                <a:cs typeface="Times New Roman"/>
              </a:rPr>
              <a:t>(All β coefficients = 0)</a:t>
            </a:r>
            <a:br>
              <a:rPr lang="en-US" sz="2400" b="0" dirty="0">
                <a:latin typeface="Calibri"/>
                <a:ea typeface="Calibri" panose="020F0502020204030204" pitchFamily="34" charset="0"/>
                <a:cs typeface="Times New Roman"/>
              </a:rPr>
            </a:br>
            <a:br>
              <a:rPr lang="en-US" sz="2400" b="0" dirty="0">
                <a:latin typeface="Calibri"/>
                <a:ea typeface="Calibri" panose="020F0502020204030204" pitchFamily="34" charset="0"/>
                <a:cs typeface="Times New Roman"/>
              </a:rPr>
            </a:br>
            <a:r>
              <a:rPr lang="en-US" sz="2400" b="0" dirty="0">
                <a:latin typeface="Calibri"/>
                <a:ea typeface="Calibri" panose="020F0502020204030204" pitchFamily="34" charset="0"/>
                <a:cs typeface="Times New Roman"/>
              </a:rPr>
              <a:t>Alternative Hypothesis (H₁):</a:t>
            </a:r>
            <a:br>
              <a:rPr lang="en-US" sz="2400" b="0" dirty="0">
                <a:latin typeface="Calibri"/>
                <a:ea typeface="Calibri" panose="020F0502020204030204" pitchFamily="34" charset="0"/>
                <a:cs typeface="Times New Roman"/>
              </a:rPr>
            </a:br>
            <a:r>
              <a:rPr lang="en-US" sz="2400" b="0" dirty="0">
                <a:latin typeface="Calibri"/>
                <a:ea typeface="Calibri" panose="020F0502020204030204" pitchFamily="34" charset="0"/>
                <a:cs typeface="Times New Roman"/>
              </a:rPr>
              <a:t>At least one of the demographic variables significantly predicts purchase intention.</a:t>
            </a:r>
            <a:br>
              <a:rPr lang="en-US" sz="2400" b="0" dirty="0">
                <a:latin typeface="Calibri"/>
                <a:ea typeface="Calibri" panose="020F0502020204030204" pitchFamily="34" charset="0"/>
                <a:cs typeface="Times New Roman"/>
              </a:rPr>
            </a:br>
            <a:r>
              <a:rPr lang="en-US" sz="2400" b="0" dirty="0">
                <a:latin typeface="Calibri"/>
                <a:ea typeface="Calibri" panose="020F0502020204030204" pitchFamily="34" charset="0"/>
                <a:cs typeface="Times New Roman"/>
              </a:rPr>
              <a:t>(At least one β ≠ 0)</a:t>
            </a:r>
            <a:br>
              <a:rPr lang="en-IE" sz="2400" dirty="0">
                <a:effectLst/>
                <a:latin typeface="Calibri" panose="020F0502020204030204" pitchFamily="34" charset="0"/>
                <a:ea typeface="Calibri" panose="020F0502020204030204" pitchFamily="34" charset="0"/>
                <a:cs typeface="Times New Roman" panose="02020603050405020304" pitchFamily="18" charset="0"/>
              </a:rPr>
            </a:br>
            <a:br>
              <a:rPr lang="en-IE" sz="2400" dirty="0">
                <a:effectLst/>
                <a:latin typeface="Calibri" panose="020F0502020204030204" pitchFamily="34" charset="0"/>
                <a:ea typeface="Calibri" panose="020F0502020204030204" pitchFamily="34" charset="0"/>
                <a:cs typeface="Times New Roman" panose="02020603050405020304" pitchFamily="18" charset="0"/>
              </a:rPr>
            </a:br>
            <a:br>
              <a:rPr lang="en-GB" sz="2400" b="0" dirty="0">
                <a:effectLst/>
                <a:latin typeface="Calibri" panose="020F0502020204030204" pitchFamily="34" charset="0"/>
                <a:ea typeface="Calibri" panose="020F0502020204030204" pitchFamily="34" charset="0"/>
                <a:cs typeface="Times New Roman" panose="02020603050405020304" pitchFamily="18" charset="0"/>
              </a:rPr>
            </a:br>
            <a:br>
              <a:rPr lang="en-IE"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32494612"/>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1C521DD-2673-4EE6-BB9B-DC5C3320FF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154</TotalTime>
  <Words>593</Words>
  <Application>Microsoft Office PowerPoint</Application>
  <PresentationFormat>Widescreen</PresentationFormat>
  <Paragraphs>38</Paragraphs>
  <Slides>4</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Herts Theme</vt:lpstr>
      <vt:lpstr>Research Question –  Tutorial Presentation for Feedback Date: 17/11/2025 </vt:lpstr>
      <vt:lpstr>PowerPoint Presentation</vt:lpstr>
      <vt:lpstr>Dataset ID: ds105 Social_Network_Ads  Why this dataset is interesting: This dataset is interesting to us because it shows how user demographics (age, gender, salary) affect purchasing decisions in social network advertising contexts. Our Independent variables: Age (Continuous/Interval) Estimated Salary (Continuous/Interval) Gender (Categorical/Nominal) Our Dependent variable: Purchased This Dependent variable datatype is: Nominal (0 = No, 1 = Yes)</vt:lpstr>
      <vt:lpstr>Can we accurately predict a user's purchase intention (binary outcome: Purchase/No Purchase) based on their demographic attributes (Age, Gender, and Estimated Salary) using Logistic Regression? Null Hypothesis (H₀): The demographic variables (Age, Gender, and Estimated Salary) do not significantly predict purchase intention. (All β coefficients = 0)  Alternative Hypothesis (H₁): At least one of the demographic variables significantly predicts purchase intention. (At least one β ≠ 0)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shaik hashmatunnisa</cp:lastModifiedBy>
  <cp:revision>122</cp:revision>
  <dcterms:created xsi:type="dcterms:W3CDTF">2019-10-01T08:37:56Z</dcterms:created>
  <dcterms:modified xsi:type="dcterms:W3CDTF">2025-12-12T16:26:47Z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